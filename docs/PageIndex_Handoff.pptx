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94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PageIndex — Project Handoff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0"/>
            <a:ext cx="8046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>
                <a:solidFill>
                  <a:srgbClr val="F1F5F9"/>
                </a:solidFill>
              </a:defRPr>
            </a:pPr>
            <a:r>
              <a:t>NSTSCE / VTTI Document Indexing &amp; RAG Chatbot</a:t>
            </a:r>
            <a:br/>
            <a:r>
              <a:t>Reasoning-based retrieval over research PDFs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2296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Modified fork of VectifyAI PageIndex — vectorless, outline-based RAG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Indexes NSTSCE/VTTI research PDFs into hierarchical section trees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Answers natural-language questions with cited sources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Hybrid stack: Ollama (indexing + embeddings) + OpenAI (RAG answers)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Deliverables: CLI tools, batch indexer, two Flask web UIs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It Does — Two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2296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PHASE 1 — INDEXING (offline): PDF → section tree → summaries → abstract → keywords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  Output: results/*_structure.json + results/DocIndex.json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PHASE 2 — QUERYING (online): question → match docs → tree search → answer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  Output: cited answer in VTTI AI Chatbot (port 5001) or CLI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Unlike vector RAG: navigates document outline with LLM reasoning, not chunk similarity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Indexing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Indexing — 9 Core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475569"/>
                </a:solidFill>
              </a:defRPr>
            </a:pPr>
            <a:r>
              <a:t>Command: python build_docindex.py  (batch)  |  python run_pageindex.py --pdf_path … --update_docindex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2296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1. Parse PDF pages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2. Extract title &amp; authors (rule-based or LLM)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3. Build hierarchical tree (TOC detection, page mapping)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4. Assign node IDs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5. Attach node text (optional)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6–7. Generate leaf &amp; parent summaries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8. Generate document abstract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9. Generate keywords (default: embed_mmr via Ollama)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+ Save structure JSON, merge keywords into DocIndex.json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RAG Query Pipeline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RAG — 6 Steps per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475569"/>
                </a:solidFill>
              </a:defRPr>
            </a:pPr>
            <a:r>
              <a:t>Command: python RAG/rag_query.py --query "…"  |  python RAG-Interface/app.py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2296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Step 1: Embed query (+ recent user turns) → match keywords → rank PDFs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Step 2: Load *_structure.json for matched documents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Step 3: LLM tree search — pick relevant section node_ids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Step 4: Extract text/summaries from selected nodes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Step 5: LLM answer per document with [Source: file.pdf] citations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Step 6: Merge multi-doc answers into one response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Web UI sends prior Q&amp;A with each request for follow-up questions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Multi-Turn Conversation (Web UI)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2296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Chat UI tracks up to 20 prior turns in the browser session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Each POST /api/query sends: { query, history: [{role, content}, …] }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Step 1: recent user turns combined into retrieval query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Steps 3, 5–6: prior conversation included in LLM prompts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Enables follow-ups like “What about the methodology?” or “Tell me more”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Session-only: refresh clears history; CLI is single-turn by default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Helpers in RAG/utils.py: format_conversation_for_prompt(), build_retrieval_query()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Repository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2296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Database/          — source PDFs (copy files here)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results/           — *_structure.json + DocIndex.json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pageindex/         — core indexing library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build_docindex.py  — batch index all PDFs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run_pageindex.py   — index one PDF or Markdown file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RAG/               — query pipeline (rag_query.py, utils.py)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RAG-Interface/     — VTTI AI Chatbot (port 5001)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DocIndex-Interface/ — doc manager &amp; re-index UI (port 5002)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llm_models.yaml, pageindex/config.yaml, .env — configuration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Web Interfaces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D9488"/>
                </a:solidFill>
              </a:defRPr>
            </a:pPr>
            <a:r>
              <a:t>RAG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4114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VTTI AI Chatbot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python RAG-Interface/app.py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http://localhost:5001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Multi-turn Q&amp;A with session history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Progress streaming + clickable source citations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Requires results/DocIndex.json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0058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D9488"/>
                </a:solidFill>
              </a:defRPr>
            </a:pPr>
            <a:r>
              <a:t>DocIndex Manager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417320"/>
            <a:ext cx="4114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DocIndex Manager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python DocIndex-Interface/app.py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http://localhost:5002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List PDFs, trigger re-index jobs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Add PDFs by copying to Database/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Configuration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Current Default Setup (Hybrid)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2296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llm_models.yaml: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  indexing.chat_model: qwen7        → Ollama (summaries/abstract)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  indexing.embed_model: mxbai-embed-large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  rag.chat_model: gpt51             → OpenAI (needs CHATGPT_API_KEY)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  rag.tree_search_model: gpt51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  rag.keyword_embed_model: mxbai-embed-large → Ollama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Embeddings ALWAYS use local Ollama — even when RAG chat uses OpenAI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Fully local option: set all rag.* models to qwen7 in llm_models.yaml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Model Routing (Automatic)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2296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qwen7, llama8, ollama …  → Ollama at OLLAMA_BASE_URL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gpt51, gpt4mini, gpt4 …  → OpenAI via CHATGPT_API_KEY in .env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huggingface              → HF_TOKEN in .env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mxbai-embed-large        → Ollama (always)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API_PROVIDER env var is NOT used (legacy docs only)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Restart Flask apps after changing llm_models.yaml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Getting Started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New Maintainer — 5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2296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1. pip install -r requirements.txt  (from project root)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2. cp .env.example .env → set CHATGPT_API_KEY (for gpt51 RAG)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3. ollama serve; ollama pull mxbai-embed-large; ollama pull qwen2.5:7b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4. Put PDFs in Database/ → python build_docindex.py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5. python RAG-Interface/app.py  OR  python RAG/rag_query.py --query "…"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Always run commands from the PageIndex/ project root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Day-to-Day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2296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Add PDF: copy to Database/ → python build_docindex.py (or single-file run_pageindex.py)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Re-index after config changes: re-run indexing for affected PDFs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Change answer model: edit rag.* in llm_models.yaml → restart chat UI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Customize answers: edit prompts in RAG/utils.py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  generate_answer_with_citations(), combine_answers(), tree_search()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Logs: logs/ (indexing)  |  terminal output (RAG UI)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2296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No DocIndex found → run build_docindex.py from project root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Ollama / embedding errors → ollama serve; pull mxbai-embed-large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OpenAI errors → check CHATGPT_API_KEY for gpt* aliases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No matching documents → re-index; lower keyword-match threshold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Wrong results/ cache path → always cd to project root first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GPU driver mismatch → reboot after NVIDIA driver updates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Empty doc_authors → re-index PDF (author extraction was improved)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Evaluation &amp;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2296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README.md — full setup, reference, troubleshooting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docs/PageIndex_Handoff.pptx — handoff slide deck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.env.example — secrets template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OLLAMA_SETUP.md — Ollama install guide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benchmarks/run_benchmarks.py — timing harness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eval/ragas_eval.py — answer quality (needs OPENAI_API_KEY for judge)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cookbook/, tutorials/ — upstream PageIndex reference material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Handoff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2296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☐ Repo access transferred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☐ Python 3.12 environment + requirements installed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☐ .env configured (CHATGPT_API_KEY, Ollama URL)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☐ Ollama running with mxbai-embed-large + qwen2.5:7b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☐ Database/ PDFs present; build_docindex.py completed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☐ results/DocIndex.json exists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☐ RAG chat smoke test passed (including a follow-up question)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</a:defRPr>
            </a:pPr>
            <a:r>
              <a:t>☐ README.md reviewed by new maintainer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94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0"/>
            <a:ext cx="8046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>
                <a:solidFill>
                  <a:srgbClr val="F1F5F9"/>
                </a:solidFill>
              </a:defRPr>
            </a:pPr>
            <a:r>
              <a:t>Documentation: README.md  |  Contact: [your name / team]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